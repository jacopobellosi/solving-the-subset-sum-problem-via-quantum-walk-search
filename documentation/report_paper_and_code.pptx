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po bellosi" userId="a2979e2d5bc5d44f" providerId="LiveId" clId="{DCE69D3D-B440-425D-B069-CE1555D3BED0}"/>
    <pc:docChg chg="addSld">
      <pc:chgData name="jacopo bellosi" userId="a2979e2d5bc5d44f" providerId="LiveId" clId="{DCE69D3D-B440-425D-B069-CE1555D3BED0}" dt="2026-03-17T17:06:05.513" v="0" actId="680"/>
      <pc:docMkLst>
        <pc:docMk/>
      </pc:docMkLst>
      <pc:sldChg chg="new">
        <pc:chgData name="jacopo bellosi" userId="a2979e2d5bc5d44f" providerId="LiveId" clId="{DCE69D3D-B440-425D-B069-CE1555D3BED0}" dt="2026-03-17T17:06:05.513" v="0" actId="680"/>
        <pc:sldMkLst>
          <pc:docMk/>
          <pc:sldMk cId="337410265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0889FD-4F39-ECE4-6412-C327DA320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23004F2-3ADB-AB1D-FA62-0DD50B9A8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4EA545-0084-5434-4F48-640F4E35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C2A3D4-A71A-EDCA-8AA9-0AE31125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C04B7B-04DB-6111-959E-5307972F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1272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C35013-51B9-BFB3-43AB-F8A23481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9D0A42-8659-79AB-C5F9-DE4D1F22A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277C9F-E9FE-5BC0-03E2-D5C345C1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691DFF-5CD1-F298-C417-5DE5EEF2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71A298-093A-BC6C-5462-573033466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50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54E986-EC55-C95D-5904-AB4E9F9E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6C45F6-B0D0-D81D-8FE6-D2AEC2A2B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BF1DA9-C2C8-7DD0-F709-23372A7A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130BA6-A2DD-2086-50BC-626AD8F8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6E1E0F-0466-6608-D274-433BA248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59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B71069-D3B2-66AF-473D-F00F6CE5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409671-968A-2238-A8D3-6E1CDC4B1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0194353-9B16-F912-EFAC-C65D0D9EB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AAC1A2-133F-028D-D392-A039D8A1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6FE32D5-0CE6-E287-1299-6B45D841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1750BD-57D5-5F83-16CD-D8A39525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216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77B55F-E6A0-6C90-D124-2BFD721E3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F0C16ED-F0D5-9A73-C248-1EE1EA88A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05D7AB3-B678-38AC-9185-AF509B91B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063BE52-D712-EE89-FA19-63AF702C2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64CD896-B377-D485-9F56-E1866E4BD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CD825C7-E498-C85D-E7C8-C6C0ACCF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6C195CD-D1AE-1C94-FE5D-D70F099E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209D22A-B873-42BB-5FE0-09849B0A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415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3BCC0E-E7A9-8B7B-673B-CE7A13AF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E4BDA2C-AE0C-317D-B951-AECAA602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86CA203-AD19-6A49-37D8-5C015BD0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55509B7-1934-C359-D728-DFF020FD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122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8BD5266-5DED-E831-181D-F75143FB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BE51C5C-B030-068C-FED6-60239A2E7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BB96BC-5F32-1A7B-5543-F50B2E2E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620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7351D-A084-233D-1896-5A4B1A7D3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5D0002-B2DB-8EFE-7B15-3D1088B35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AD80B5-923D-E6D6-5DDA-9F0E423CE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135417D-D83B-8602-1C55-756D03B2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8430AE-4437-E539-085F-A55EE79D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2991B3-A0E7-D6B6-7D95-B68E4B65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293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36C035-A33A-30B3-B697-71616AD0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55134C1-2C17-07EF-8940-60884283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C95D97-EE86-F4AD-8557-D59A129B2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CAA4EF-917E-5449-AADC-0CFDEBD4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1F0666-83F2-F82C-2B91-C6D02E8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FAAC7C8-029E-6A19-99E5-D2340EA4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065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51E501-852E-9722-CE2E-6C502635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6B8FF43-EF21-7391-9C05-A960DE2D4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C9CABB-DF1A-941C-0A08-8F5B938F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FEB330-7311-1620-E8B0-E632F862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03A368-32EA-3E60-14B1-4C500C38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893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0FB681D-AF1A-D0C0-3BCF-773B83955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871E3F-8B97-11BC-948F-6C854D430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0B55D-CB5F-78EC-EFCE-FE235D96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FB3366-5304-AECF-EA59-FC1D4E0C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1F0E72-BC22-4731-2DD6-C1F35711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912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A2B1D61-DBF3-8C97-4F83-9E20DAC4F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B246C72-1A1B-8112-CD6B-A5DBBC7E2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C9B8E7-25EF-A08D-35D1-EAFB77E98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109CB-2B60-4862-B5E2-09E17C8231DE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3FBDEC-2A1A-0214-02D3-2747BFD73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64AF73-6F0B-27EC-5F9F-6D0B57FC9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F9759-0C93-47EA-867D-EC36225E62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847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1FD0F0-17DE-6A08-5C63-43332A1D6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4EEBED0-7335-F493-BBE5-685A1C047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4102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jacopo bellosi</dc:creator>
  <cp:lastModifiedBy>jacopo bellosi</cp:lastModifiedBy>
  <cp:revision>1</cp:revision>
  <dcterms:created xsi:type="dcterms:W3CDTF">2026-03-17T17:05:58Z</dcterms:created>
  <dcterms:modified xsi:type="dcterms:W3CDTF">2026-03-17T17:06:07Z</dcterms:modified>
</cp:coreProperties>
</file>