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viewProps" Target="viewProps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microsoft.com/office/2016/11/relationships/changesInfo" Target="changesInfos/changesInfo1.xml"/><Relationship Id="rId5" Type="http://schemas.openxmlformats.org/officeDocument/2006/relationships/tableStyles" Target="tableStyles.xml"/><Relationship Id="rId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copo bellosi" userId="a2979e2d5bc5d44f" providerId="LiveId" clId="{DCE69D3D-B440-425D-B069-CE1555D3BED0}"/>
    <pc:docChg chg="addSld delSld">
      <pc:chgData name="jacopo bellosi" userId="a2979e2d5bc5d44f" providerId="LiveId" clId="{DCE69D3D-B440-425D-B069-CE1555D3BED0}" dt="2026-03-07T08:34:09.087" v="1" actId="2696"/>
      <pc:docMkLst>
        <pc:docMk/>
      </pc:docMkLst>
      <pc:sldChg chg="new del">
        <pc:chgData name="jacopo bellosi" userId="a2979e2d5bc5d44f" providerId="LiveId" clId="{DCE69D3D-B440-425D-B069-CE1555D3BED0}" dt="2026-03-07T08:34:09.087" v="1" actId="2696"/>
        <pc:sldMkLst>
          <pc:docMk/>
          <pc:sldMk cId="506876231" sldId="256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274BA32-C02C-B8A7-FBDD-7356F3355B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DCA6F699-CAB1-7BE2-5FE1-40C90EB64E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E1E6743-75F9-3AA9-1CD0-0C1789A3BA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753AE-431F-4B4E-BD3C-AF9514B7E862}" type="datetimeFigureOut">
              <a:rPr lang="it-IT" smtClean="0"/>
              <a:t>07/03/2026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89FABC5-2DBE-5A26-69EC-A234F7E8A9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27826BD-6B05-8D9B-86BF-625621C9F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79A43D-5C29-401B-894E-C4032E0ED63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547163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2D5E5F4-84FF-DA74-B790-DBD976EB6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34E6017-CCCE-8D73-A5BF-58A356C777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22771577-D42A-93F8-D956-A4E2DF7116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753AE-431F-4B4E-BD3C-AF9514B7E862}" type="datetimeFigureOut">
              <a:rPr lang="it-IT" smtClean="0"/>
              <a:t>07/03/2026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9A2669D-EE94-79EB-A818-03C0BA0092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46B2878-8063-F978-56C6-5D2D08D48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79A43D-5C29-401B-894E-C4032E0ED63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808456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EFDD8AA-E7B3-9FBF-569D-95FAE157BF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7D777CA-DF06-8ED2-B349-AE544E5758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67E6028-9ED8-1E57-6D21-5836D4B5E4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753AE-431F-4B4E-BD3C-AF9514B7E862}" type="datetimeFigureOut">
              <a:rPr lang="it-IT" smtClean="0"/>
              <a:t>07/03/2026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D479FC3-1507-67AE-6004-25098EA65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6849D74-3C89-EA56-2181-4ECC741C6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79A43D-5C29-401B-894E-C4032E0ED63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035464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046D6F0-DF4D-141A-CE00-7FCD727F8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CF099F9-572F-AF63-D1DC-0F2D627DD0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08F1A615-4B39-9B59-2A34-E0DAEDE915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7FF000FD-FE0E-CCA9-C644-AF05D8995D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753AE-431F-4B4E-BD3C-AF9514B7E862}" type="datetimeFigureOut">
              <a:rPr lang="it-IT" smtClean="0"/>
              <a:t>07/03/2026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55CC9548-FCB9-EE98-1DB2-16E9A62E72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29A163BF-5B49-7B6C-7BC3-95575C56F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79A43D-5C29-401B-894E-C4032E0ED63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731333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B653F8D-7FFE-77C6-C8FD-A535BAE2C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514E54E8-5203-8F7E-D998-8B888DCBA6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ABB91428-5661-2242-3EEC-6B5D5F671C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62C90185-6CAC-D0E4-B2C3-26E8087321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8967D2EC-C5FA-6EC1-63FF-8FAFF594FF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D464589B-E7F4-56A5-48C7-2751904EB9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753AE-431F-4B4E-BD3C-AF9514B7E862}" type="datetimeFigureOut">
              <a:rPr lang="it-IT" smtClean="0"/>
              <a:t>07/03/2026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9826A902-4DC0-8688-9D9C-B0936FD43D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A3EE9851-B362-3268-C78D-87F6BEDE2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79A43D-5C29-401B-894E-C4032E0ED63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423382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9F8A9E1-EC83-F194-10AD-4E0BB78254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3C3E608B-9A6C-3E0F-4175-8C95ECD957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753AE-431F-4B4E-BD3C-AF9514B7E862}" type="datetimeFigureOut">
              <a:rPr lang="it-IT" smtClean="0"/>
              <a:t>07/03/2026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D8EB96E7-85D6-C085-E859-89C16B8107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791846E3-88C0-4B36-44E0-5FB299DA5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79A43D-5C29-401B-894E-C4032E0ED63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919013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0AF443BF-7C2A-2D5E-90B7-5E7B638EF3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753AE-431F-4B4E-BD3C-AF9514B7E862}" type="datetimeFigureOut">
              <a:rPr lang="it-IT" smtClean="0"/>
              <a:t>07/03/2026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C577DC74-1D5C-B7AD-A072-02D305F4B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6E88C4D2-3F78-8D4C-14C5-D84C46973F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79A43D-5C29-401B-894E-C4032E0ED63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295834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3F2205C-C9A2-60A0-BD03-6E1696B99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17266E7-3D7E-12D2-8941-612799B8C4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2FF468A9-E122-EDB0-E427-39F4BA2413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4D3BD31E-006B-9B36-D377-5036736F9C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753AE-431F-4B4E-BD3C-AF9514B7E862}" type="datetimeFigureOut">
              <a:rPr lang="it-IT" smtClean="0"/>
              <a:t>07/03/2026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E9FC883A-B8CE-460A-AE8A-8E095BDAC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46EA7A9A-5CF3-43A2-224C-FED579398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79A43D-5C29-401B-894E-C4032E0ED63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864544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FB312EB-912D-7C7E-C3A7-58DD0E7E8F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41670133-98E5-FF20-C69F-E53E6EDCCB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0BEC3844-D3D3-A88B-8583-EDF51CA45A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E3B3B0FB-A59D-7D32-E606-0970FBCD81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753AE-431F-4B4E-BD3C-AF9514B7E862}" type="datetimeFigureOut">
              <a:rPr lang="it-IT" smtClean="0"/>
              <a:t>07/03/2026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1E55AE52-BF5D-88F4-E6D3-2112B0B78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2CBF2D3A-1E3F-CE1B-97FD-2A55BBB82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79A43D-5C29-401B-894E-C4032E0ED63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98250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DF20A1A-3A3D-B8EB-FDDC-F895D57158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ECB830CD-1C74-03B1-A917-0BEAB64A78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FB8F040-DCE0-62AA-BCC9-6FC6B96811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753AE-431F-4B4E-BD3C-AF9514B7E862}" type="datetimeFigureOut">
              <a:rPr lang="it-IT" smtClean="0"/>
              <a:t>07/03/2026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AD3F2BB-FFAD-E31E-4464-E72FFF4E2C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16467C3-0CDA-270C-A71E-EB4C0B05F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79A43D-5C29-401B-894E-C4032E0ED63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740518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3506CE7E-E2CD-7674-9338-5F4144EEEC8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88BBDECE-37EC-DD69-11B0-4861B0231A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E4EF090-5B5D-849F-C10E-0E5FF0BFE8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753AE-431F-4B4E-BD3C-AF9514B7E862}" type="datetimeFigureOut">
              <a:rPr lang="it-IT" smtClean="0"/>
              <a:t>07/03/2026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CD2AD8A-BBD6-E199-3CD3-26881F71A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7F4D213-A3BA-AE47-1BAC-CC192A222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79A43D-5C29-401B-894E-C4032E0ED63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807446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DD350FD9-733C-74EB-1649-3525D8D5E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0B59F1D1-05AC-A4D3-AC39-6CC1A4EE76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2AB75445-9AC1-B49A-41CA-CED79491C3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5753AE-431F-4B4E-BD3C-AF9514B7E862}" type="datetimeFigureOut">
              <a:rPr lang="it-IT" smtClean="0"/>
              <a:t>07/03/2026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C3C838C-844B-3123-49F4-095EC16B50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3DEA4AB-1827-E9A5-EF6A-A93EEA18BC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79A43D-5C29-401B-894E-C4032E0ED63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394270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0</vt:i4>
      </vt:variant>
    </vt:vector>
  </HeadingPairs>
  <TitlesOfParts>
    <vt:vector size="4" baseType="lpstr">
      <vt:lpstr>Aptos</vt:lpstr>
      <vt:lpstr>Aptos Display</vt:lpstr>
      <vt:lpstr>Arial</vt:lpstr>
      <vt:lpstr>Tema di Office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jacopo bellosi</dc:creator>
  <cp:lastModifiedBy>jacopo bellosi</cp:lastModifiedBy>
  <cp:revision>1</cp:revision>
  <dcterms:created xsi:type="dcterms:W3CDTF">2026-03-07T08:33:58Z</dcterms:created>
  <dcterms:modified xsi:type="dcterms:W3CDTF">2026-03-07T08:34:16Z</dcterms:modified>
</cp:coreProperties>
</file>